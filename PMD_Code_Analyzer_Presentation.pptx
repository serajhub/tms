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66" r:id="rId6"/>
    <p:sldId id="267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196" autoAdjust="0"/>
  </p:normalViewPr>
  <p:slideViewPr>
    <p:cSldViewPr snapToGrid="0" snapToObjects="1">
      <p:cViewPr>
        <p:scale>
          <a:sx n="86" d="100"/>
          <a:sy n="86" d="100"/>
        </p:scale>
        <p:origin x="18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PMD?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PMD is a tool that checks your code for mistakes .It supports many programming languages, but it mainly works with Java and Apex</a:t>
            </a:r>
          </a:p>
          <a:p>
            <a:r>
              <a:rPr sz="2800" dirty="0"/>
              <a:t>An open-source static code analysis tool</a:t>
            </a:r>
            <a:endParaRPr lang="en-IN" sz="2800" dirty="0"/>
          </a:p>
          <a:p>
            <a:r>
              <a:rPr lang="en-US" sz="2800" dirty="0"/>
              <a:t>Used for static code analysis</a:t>
            </a:r>
          </a:p>
          <a:p>
            <a:r>
              <a:rPr lang="en-US" sz="2800" dirty="0"/>
              <a:t>Helps detect coding issues early</a:t>
            </a:r>
            <a:endParaRPr lang="en-IN" sz="2800" dirty="0"/>
          </a:p>
          <a:p>
            <a:r>
              <a:rPr sz="2800" dirty="0"/>
              <a:t>Supports Java, Apex, JavaScript, PLSQL, XML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Use PMD?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To write better code</a:t>
            </a:r>
          </a:p>
          <a:p>
            <a:r>
              <a:rPr lang="en-IN" sz="2800" dirty="0"/>
              <a:t>To avoid bugs</a:t>
            </a:r>
          </a:p>
          <a:p>
            <a:r>
              <a:rPr lang="en-IN" sz="2800" dirty="0"/>
              <a:t>To follow coding rules</a:t>
            </a:r>
          </a:p>
          <a:p>
            <a:r>
              <a:rPr lang="en-US" sz="2800" dirty="0"/>
              <a:t>To make code easier to maintain</a:t>
            </a:r>
            <a:endParaRPr lang="en-IN" sz="2800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PMD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PMD reads  source code</a:t>
            </a:r>
          </a:p>
          <a:p>
            <a:r>
              <a:rPr lang="en-US" dirty="0"/>
              <a:t>It checks the code against a set of rules</a:t>
            </a:r>
          </a:p>
          <a:p>
            <a:r>
              <a:rPr lang="en-US" dirty="0"/>
              <a:t>PMD finds issues by matching patterns</a:t>
            </a:r>
          </a:p>
          <a:p>
            <a:r>
              <a:rPr lang="en-IN" dirty="0"/>
              <a:t>It creates a report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PMD scans code → applies rules → detects mistakes → shows a report.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PMD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Unused variables</a:t>
            </a:r>
          </a:p>
          <a:p>
            <a:r>
              <a:rPr lang="en-IN" dirty="0"/>
              <a:t>Empty catch blocks</a:t>
            </a:r>
          </a:p>
          <a:p>
            <a:r>
              <a:rPr lang="en-IN" dirty="0"/>
              <a:t>Duplicate code</a:t>
            </a:r>
          </a:p>
          <a:p>
            <a:r>
              <a:rPr lang="en-IN" dirty="0"/>
              <a:t>Long or complex methods</a:t>
            </a:r>
          </a:p>
          <a:p>
            <a:r>
              <a:rPr lang="en-IN" dirty="0"/>
              <a:t>Unnecessary object creation</a:t>
            </a:r>
          </a:p>
          <a:p>
            <a:r>
              <a:rPr lang="en-IN" dirty="0"/>
              <a:t>Bad naming conventions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PMD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Unused variables</a:t>
            </a:r>
          </a:p>
          <a:p>
            <a:r>
              <a:rPr lang="en-IN" dirty="0"/>
              <a:t>Empty catch blocks</a:t>
            </a:r>
          </a:p>
          <a:p>
            <a:r>
              <a:rPr lang="en-IN" dirty="0"/>
              <a:t>Duplicate code</a:t>
            </a:r>
          </a:p>
          <a:p>
            <a:r>
              <a:rPr lang="en-IN" dirty="0"/>
              <a:t>Long or complex methods</a:t>
            </a:r>
          </a:p>
          <a:p>
            <a:r>
              <a:rPr lang="en-IN" dirty="0"/>
              <a:t>Unnecessary object creation</a:t>
            </a:r>
          </a:p>
          <a:p>
            <a:r>
              <a:rPr lang="en-IN" dirty="0"/>
              <a:t>Bad naming conventions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85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PMD in IDEs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IntelliJ plugin</a:t>
            </a:r>
          </a:p>
          <a:p>
            <a:r>
              <a:rPr lang="en-IN" dirty="0"/>
              <a:t>Eclipse plugin</a:t>
            </a:r>
          </a:p>
          <a:p>
            <a:r>
              <a:rPr lang="en-IN" dirty="0"/>
              <a:t>VS Code plugin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C8004-AF8A-0207-76E7-E882C5EEE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312" y="1600199"/>
            <a:ext cx="5086905" cy="401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5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dirty="0"/>
              <a:t>PMD helps deliver clean, maintainable, and error-free code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Easy to integrate and customize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182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What is PMD?</vt:lpstr>
      <vt:lpstr>Why Use PMD?</vt:lpstr>
      <vt:lpstr>How PMD Works</vt:lpstr>
      <vt:lpstr>Common PMD Rules</vt:lpstr>
      <vt:lpstr>Common PMD Rules</vt:lpstr>
      <vt:lpstr>PMD in IDEs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PMD?</dc:title>
  <dc:subject/>
  <dc:creator/>
  <cp:keywords/>
  <dc:description>generated using python-pptx</dc:description>
  <cp:lastModifiedBy>MD SERAJ AHMAD</cp:lastModifiedBy>
  <cp:revision>2</cp:revision>
  <cp:lastPrinted>2025-11-23T05:07:40Z</cp:lastPrinted>
  <dcterms:created xsi:type="dcterms:W3CDTF">2013-01-27T09:14:16Z</dcterms:created>
  <dcterms:modified xsi:type="dcterms:W3CDTF">2025-11-23T05:29:28Z</dcterms:modified>
  <cp:category/>
</cp:coreProperties>
</file>